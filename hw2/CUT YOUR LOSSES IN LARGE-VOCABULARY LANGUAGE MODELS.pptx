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4cc3aa9ce42d95f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4cc3aa9ce42d95f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4cc3aa9ce42d95f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4cc3aa9ce42d95f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cc3aa9ce42d95f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4cc3aa9ce42d95f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cc3aa9ce42d95f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4cc3aa9ce42d95f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4cc3aa9ce42d95f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4cc3aa9ce42d95f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4cc3aa9ce42d95f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4cc3aa9ce42d95f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4cc3aa9ce42d95f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4cc3aa9ce42d95f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xiv.org/pdf/2411.0900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CUT YOUR LOSSES IN LARGE-VOCABULARY LANGUAGE MODELS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Подготовил: Фомичев Денис Олегович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Основная проблема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3842700" cy="27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 использовании CrossEntropy Loss в памяти материализуется тензор размера N*V, который может занимать до 89% всей используемой VRAM(в Gemma 2B)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69617" t="0"/>
          <a:stretch/>
        </p:blipFill>
        <p:spPr>
          <a:xfrm>
            <a:off x="6296400" y="1118575"/>
            <a:ext cx="2499024" cy="34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Идея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4149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Можно считать итоговый тензор по блокам, помещая их в SRAM, не выходя в HBM, таким образом мы избегаем необходимости хранить матрицу логитов, при этом асимптотически вычислительная сложность остается O(NVD)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9350" y="1355600"/>
            <a:ext cx="4264651" cy="2619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Блочные вычисления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3842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вычисления CE не требуется хранить все логиты, достаточно знать LogSumExp по словарю и логит правильного класса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Таким образом можно вместо O(NV) хранить несколько промежуточных значений для каждой из N позиций токенов и V из словаря, из-за чего асимптотика становится O(N+V)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89831"/>
            <a:ext cx="4572000" cy="1839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Фильтрация градиентов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45351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Из-за того что bf16 имеет ограниченную точность уже на 50ом+ самом вероятном токене его влияние становится </a:t>
            </a:r>
            <a:r>
              <a:rPr lang="ru"/>
              <a:t>пренебрежимо</a:t>
            </a:r>
            <a:r>
              <a:rPr lang="ru"/>
              <a:t> малым.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Если мы отсортируем словарь по среднему значению логитов, а потом поделим его фиксированным блокам, то в случае если probability блока меньше порога, то мы можем не учитывать его в расчете градиента, так как его влияние скорее всего будет обнулено точностью bf16 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4123" r="0" t="0"/>
          <a:stretch/>
        </p:blipFill>
        <p:spPr>
          <a:xfrm>
            <a:off x="5264450" y="1717000"/>
            <a:ext cx="391985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Компромиссы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2078875"/>
            <a:ext cx="4168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 претрейне фильтрация градиентов может ухудшать сходимость, поскольку редко встречающиеся токены недополучают обновления весов.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Поэтому авторы рекомендуют для претрейна использовать версию CCE-Kahan-FullC, которая отключает фильтрацию градиентов и использует сумму Кэхэна для уменьшения ошибок округления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Эмпирические результаты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9450" y="2078875"/>
            <a:ext cx="4039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Воспроизведение велось на Qwen2.5-0.5B на датасете wikitext-2-raw. Длина последовательности была зафиксирована равной 512.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Были протестированы все методы из библиотеки авторов, а также классический CrossEntropy Loss</a:t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050" y="502125"/>
            <a:ext cx="4069949" cy="2261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0950" y="2825125"/>
            <a:ext cx="4173048" cy="23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Источники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[1] </a:t>
            </a:r>
            <a:r>
              <a:rPr lang="ru" u="sng">
                <a:solidFill>
                  <a:schemeClr val="hlink"/>
                </a:solidFill>
                <a:hlinkClick r:id="rId3"/>
              </a:rPr>
              <a:t>CUT YOUR LOSSES IN LARGE-VOCABULARY LANGUAGE MODELS - Erik Wijmans∗ Brody Huval Alexander Hertzberg Vladlen Koltun Philipp Kr¨ahenb ¨uhl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